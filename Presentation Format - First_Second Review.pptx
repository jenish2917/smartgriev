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3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54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E4EC84-5CAA-44EC-8D8E-3D2E40BD7ADD}" type="datetimeFigureOut">
              <a:rPr lang="en-IN" smtClean="0"/>
              <a:t>22-08-2024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D3DDE2-96B6-4220-B4AD-FA15A266E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700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4670E-8DEE-4882-9D20-FAD97BB987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70962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325733-92D3-451A-8E95-361EBF73B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EDCAC-FC0C-4F6F-9E31-B651874EE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73B60-3F0F-4964-A130-D1828BB06522}" type="datetime1">
              <a:rPr lang="en-IN" smtClean="0"/>
              <a:t>22-08-2024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1C851-C261-439B-B0B5-5FAC5E8DF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B48A2-801A-4CCD-86EC-DE7DCEDED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C59EABA-3FC6-47F8-8376-7FC0658E85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2" y="4222"/>
            <a:ext cx="1691811" cy="1073092"/>
          </a:xfrm>
          <a:prstGeom prst="rect">
            <a:avLst/>
          </a:prstGeom>
        </p:spPr>
      </p:pic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3316260B-B2D4-4964-8111-95B4CFAC58B3}"/>
              </a:ext>
            </a:extLst>
          </p:cNvPr>
          <p:cNvSpPr/>
          <p:nvPr userDrawn="1"/>
        </p:nvSpPr>
        <p:spPr>
          <a:xfrm>
            <a:off x="27132" y="1066732"/>
            <a:ext cx="978408" cy="484632"/>
          </a:xfrm>
          <a:prstGeom prst="homePlat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ACD322-7513-4BE4-A8B4-4D6FD0A2B2A8}"/>
              </a:ext>
            </a:extLst>
          </p:cNvPr>
          <p:cNvCxnSpPr>
            <a:cxnSpLocks/>
          </p:cNvCxnSpPr>
          <p:nvPr userDrawn="1"/>
        </p:nvCxnSpPr>
        <p:spPr>
          <a:xfrm>
            <a:off x="978408" y="1296960"/>
            <a:ext cx="11186460" cy="1631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1EB7DC8D-FD60-478D-ACDF-17D9729DD1C9}"/>
              </a:ext>
            </a:extLst>
          </p:cNvPr>
          <p:cNvSpPr/>
          <p:nvPr userDrawn="1"/>
        </p:nvSpPr>
        <p:spPr>
          <a:xfrm>
            <a:off x="11023134" y="0"/>
            <a:ext cx="1141734" cy="123308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906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6BEEF-F5E0-4E10-B7B4-D243D7923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0218D-8358-4C37-9C78-5DEBD8A87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10152-F429-420C-A26B-1FAE004C1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B1235-ABAA-4FF9-B98D-7C88D6556A1E}" type="datetime1">
              <a:rPr lang="en-IN" smtClean="0"/>
              <a:t>22-08-2024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8D718-FBF8-4831-84E6-A97FA1827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07D49-3A45-485F-BE7C-4C964FDE0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‹#›</a:t>
            </a:fld>
            <a:endParaRPr lang="en-IN"/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C7B4008A-2AA8-4165-893D-21B10940F4F5}"/>
              </a:ext>
            </a:extLst>
          </p:cNvPr>
          <p:cNvSpPr/>
          <p:nvPr userDrawn="1"/>
        </p:nvSpPr>
        <p:spPr>
          <a:xfrm>
            <a:off x="27132" y="1070962"/>
            <a:ext cx="978408" cy="484632"/>
          </a:xfrm>
          <a:prstGeom prst="homePlat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F596121-14BD-4D65-8626-82E653C66459}"/>
              </a:ext>
            </a:extLst>
          </p:cNvPr>
          <p:cNvCxnSpPr>
            <a:cxnSpLocks/>
          </p:cNvCxnSpPr>
          <p:nvPr userDrawn="1"/>
        </p:nvCxnSpPr>
        <p:spPr>
          <a:xfrm>
            <a:off x="978408" y="1296960"/>
            <a:ext cx="11186460" cy="1631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5FBBC391-66CF-4ED8-8E27-CF35442DE7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4370" y="0"/>
            <a:ext cx="1456501" cy="1456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193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758AD-8D4E-4991-A6C6-3D6E07D89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FCFDA-2BC3-4994-B2D0-53535BCCF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E9D64-106F-4D45-945F-77CC53755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68FFB-135E-401A-B6C8-E2AAE625E10D}" type="datetime1">
              <a:rPr lang="en-IN" smtClean="0"/>
              <a:t>22-08-2024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44E8A-4171-48A2-8CCB-72251F7A8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7E704-BFD7-4A67-83F6-11C589748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443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07FAC-231A-4443-AE23-4070E1FAA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F7254-51F2-468E-BDD2-01CC8B59D0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5ADAF5-9EC6-448A-ADC7-8076E3E682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F6B9C-D24C-46EE-AB6A-98AE1D5A8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9C248-FACC-4F38-AC27-6FEAF03E55EE}" type="datetime1">
              <a:rPr lang="en-IN" smtClean="0"/>
              <a:t>22-08-2024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06AFD2-51E1-4946-92F5-3D4C7D1F1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75BC31-9C25-4EE7-B8FF-17DAE5A9B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956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4BF4-EE85-4B6C-9847-E78BF88F7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ECF76-3510-404F-8AAF-E31AAF488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31584C-30BD-46C7-938E-D2E3D99808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165EA0-10C6-4B87-838A-80EB462370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B601A6-6280-475C-98ED-5DE2DE46F4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3587AA-B87B-4326-A64B-56EADA2EB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A427E-42D0-48C2-8BF0-7631367B4B66}" type="datetime1">
              <a:rPr lang="en-IN" smtClean="0"/>
              <a:t>22-08-2024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0E882C-2B25-42D5-A750-431F795BC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662E0A-1BF5-4FBE-B0EC-4BB68D2B0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497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88A71-C7BD-465F-8130-36EB0C9D6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55F490-7EC5-4BAE-8A91-BCE08FFB7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A0693-B0A9-4916-8BDE-8EC709CE168E}" type="datetime1">
              <a:rPr lang="en-IN" smtClean="0"/>
              <a:t>22-08-2024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383FB-5F49-4205-9632-A586ACCCB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95995E-77A5-47C7-888D-B14760A74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343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EB53C9-741E-46EF-910A-318E432A2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B4EAC-0855-4C11-992B-8D21D0E370D6}" type="datetime1">
              <a:rPr lang="en-IN" smtClean="0"/>
              <a:t>22-08-2024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3D595E-861B-433B-91A4-E030F60A1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697EE-D753-454E-8ABD-BD6944267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654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90A40-D1F7-434E-84FA-F81999E48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DCD7F-3238-4EC8-926D-26DAC82EC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1B5C1-D1E1-4BC3-94A5-795321FCD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56744-B09C-40E3-8E4C-88B90D907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1A427-44E7-4FA7-B5AF-BAE9C7DE9E7B}" type="datetime1">
              <a:rPr lang="en-IN" smtClean="0"/>
              <a:t>22-08-2024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F94580-43A7-4F23-B4D4-9833286D9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44D42-C0BB-4CC5-B40B-CC5041F4A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318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AA657-A851-46CD-8F35-9CF5453D7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D624BE-41C5-464D-95D6-A2B783B992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CC00D7-6A35-4032-8EBB-47606D7AF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44A9A-360E-48FD-820D-12B5A975B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6ABC1-0448-4868-B006-4ED682C6276D}" type="datetime1">
              <a:rPr lang="en-IN" smtClean="0"/>
              <a:t>22-08-2024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7F8E6C-4570-4873-AD0E-F5D64C17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613C5-C536-4344-A5FD-EFCD7E8AF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659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A88A3-05CC-49D8-9347-17CA3D9FC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5D9456-047E-4E11-BB9E-4972B820E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94AC6-B396-4EEF-8408-F90349B62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4FB02-4DF4-45A4-801E-3251DF36C1AD}" type="datetime1">
              <a:rPr lang="en-IN" smtClean="0"/>
              <a:t>22-08-2024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7FC4C-8534-4734-BE99-DB2E512E8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008A2-D146-4934-9506-DDB1BAEFA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38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5C463D-ED1A-44FA-9F35-3B78E640E0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9C8A02-FF69-4A21-93E5-689D23F36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C8340-BE8C-456E-883F-0D05EB274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ACF88-F917-4CD6-B844-63A2C560DEAC}" type="datetime1">
              <a:rPr lang="en-IN" smtClean="0"/>
              <a:t>22-08-2024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55507-928A-43AC-A96A-0FF2F8DEA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2FD37-9DD2-499C-9017-F1CFC1787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84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8AF4F6-51AE-4579-96E7-17E3F0CF2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B5DF5-2BB8-4636-96CA-C63424AD3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9CE0C-38B1-4111-B91C-C0E390D916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72839-5639-4A54-854B-56F5852EF4EC}" type="datetime1">
              <a:rPr lang="en-IN" smtClean="0"/>
              <a:t>22-08-2024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E5A73-7CA8-4888-8DCD-9BBDE3BAEA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90504-C29F-4E3B-A409-4ACEAC0C86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0E33B-3B1D-41CF-87B6-71715FF43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275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66044-0D80-4C29-8B79-D4D50EDBF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06804"/>
            <a:ext cx="9144000" cy="1241932"/>
          </a:xfrm>
        </p:spPr>
        <p:txBody>
          <a:bodyPr>
            <a:normAutofit/>
          </a:bodyPr>
          <a:lstStyle/>
          <a:p>
            <a:r>
              <a:rPr lang="en-US" sz="2400" b="0" i="0" u="none" strike="noStrike" baseline="0" dirty="0" err="1">
                <a:latin typeface="CIDFont+F1"/>
              </a:rPr>
              <a:t>Sarvajanik</a:t>
            </a:r>
            <a:r>
              <a:rPr lang="en-US" sz="2400" b="0" i="0" u="none" strike="noStrike" baseline="0" dirty="0">
                <a:latin typeface="CIDFont+F1"/>
              </a:rPr>
              <a:t> College of Engineering and Technology</a:t>
            </a:r>
            <a:br>
              <a:rPr lang="en-US" sz="2400" b="0" i="0" u="none" strike="noStrike" baseline="0" dirty="0">
                <a:latin typeface="CIDFont+F1"/>
              </a:rPr>
            </a:br>
            <a:r>
              <a:rPr lang="en-US" sz="2400" b="0" i="0" u="none" strike="noStrike" baseline="0" dirty="0">
                <a:latin typeface="CIDFont+F1"/>
              </a:rPr>
              <a:t>Department Name</a:t>
            </a:r>
            <a:br>
              <a:rPr lang="en-US" sz="2400" b="0" i="0" u="none" strike="noStrike" baseline="0" dirty="0">
                <a:latin typeface="CIDFont+F1"/>
              </a:rPr>
            </a:br>
            <a:r>
              <a:rPr lang="en-IN" sz="2400" b="0" i="0" u="none" strike="noStrike" baseline="0" dirty="0">
                <a:latin typeface="CIDFont+F1"/>
              </a:rPr>
              <a:t>Subject: Project-I        Code: BTIT16701 / BTAI16701</a:t>
            </a:r>
            <a:endParaRPr lang="en-IN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BBD2A9-A66F-4532-A141-6E0352BE73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012" y="5076732"/>
            <a:ext cx="6033247" cy="1655762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Presented By: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Enrollment No[Name]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Enrollment No[Name]</a:t>
            </a:r>
            <a:endParaRPr lang="en-IN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FF9E14F-1944-048A-EC53-E1029216B588}"/>
              </a:ext>
            </a:extLst>
          </p:cNvPr>
          <p:cNvSpPr txBox="1">
            <a:spLocks/>
          </p:cNvSpPr>
          <p:nvPr/>
        </p:nvSpPr>
        <p:spPr>
          <a:xfrm>
            <a:off x="7709648" y="5451196"/>
            <a:ext cx="4392705" cy="1194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Supervised By:[Supervisor’s Name &amp;Details]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796C5CF-290D-2A1E-BCD8-BAF252B68E36}"/>
              </a:ext>
            </a:extLst>
          </p:cNvPr>
          <p:cNvSpPr txBox="1">
            <a:spLocks/>
          </p:cNvSpPr>
          <p:nvPr/>
        </p:nvSpPr>
        <p:spPr>
          <a:xfrm>
            <a:off x="1524000" y="2744227"/>
            <a:ext cx="9144000" cy="13695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IN" sz="1800" dirty="0">
                <a:latin typeface="CIDFont+F1"/>
              </a:rPr>
            </a:br>
            <a:r>
              <a:rPr lang="en-US" sz="4800" dirty="0"/>
              <a:t>Project Title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1688681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8ADAA-BE37-4228-AB68-FC828CBA0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7A149-3A4D-4F94-A963-BB317DC58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Briefly introduce the project topic, its relevance, and objectives.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2695BB-DF0B-60FA-E951-74A2290A2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4235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A2779-030C-46C2-A01D-1CB381B1E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C4423-5B4A-49E5-91C9-9A7E20AFC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Clearly define the problem or need that your project addresses.</a:t>
            </a:r>
          </a:p>
          <a:p>
            <a:r>
              <a:rPr lang="en-US" dirty="0"/>
              <a:t>Provide context or background information.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445A5-2C9F-A551-86BF-B999397A4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17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A2779-030C-46C2-A01D-1CB381B1E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C4423-5B4A-49E5-91C9-9A7E20AFC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Briefly define the motivation behind selecting this problem.</a:t>
            </a:r>
          </a:p>
          <a:p>
            <a:r>
              <a:rPr lang="en-US" dirty="0"/>
              <a:t>Discuss identified limitations of existing work/methods.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445A5-2C9F-A551-86BF-B999397A4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510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1912A-A980-40D2-BACC-98656D801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1E199-2E6C-470E-A0B3-AEAD17003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Explain the approach you will take to solve the problem, including tools and technologies.</a:t>
            </a:r>
          </a:p>
          <a:p>
            <a:r>
              <a:rPr lang="en-US" dirty="0"/>
              <a:t>Break down into front-end, back-end, and system architecture if applicable.</a:t>
            </a:r>
          </a:p>
          <a:p>
            <a:r>
              <a:rPr lang="en-US" dirty="0"/>
              <a:t>Include a system diagram or flowchart.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64EE1-BFF2-A167-CA29-9D2C67EF1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908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B275F-5AFC-455F-B024-CCB95A6D7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Chart for Project Work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4C6C8-6955-4D0B-8127-924D18E90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 a timeline chart outlining key milestones and deadlines for your project.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461B09-29F3-C069-9048-CE4826ED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611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10D4D-7AFC-46BD-8984-0E5F3A854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Expected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F8348-7A61-4EF5-AC55-2E43A5224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State the expected results of your project.</a:t>
            </a:r>
          </a:p>
          <a:p>
            <a:r>
              <a:rPr lang="en-US" dirty="0"/>
              <a:t>Highlight the impact or significance of these outcomes.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EC872-51AA-63F5-2481-E47DE3FC6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859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alibri-Cambria">
      <a:majorFont>
        <a:latin typeface="Calibri" panose="020F0502020204030204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173</Words>
  <Application>Microsoft Office PowerPoint</Application>
  <PresentationFormat>Widescreen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CIDFont+F1</vt:lpstr>
      <vt:lpstr>Office Theme</vt:lpstr>
      <vt:lpstr>Sarvajanik College of Engineering and Technology Department Name Subject: Project-I        Code: BTIT16701 / BTAI16701</vt:lpstr>
      <vt:lpstr>Introduction</vt:lpstr>
      <vt:lpstr>Problem Definition</vt:lpstr>
      <vt:lpstr>Motivation</vt:lpstr>
      <vt:lpstr>Methodology</vt:lpstr>
      <vt:lpstr>Timeline Chart for Project Work</vt:lpstr>
      <vt:lpstr>Expected Outcome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hemant desai</cp:lastModifiedBy>
  <cp:revision>8</cp:revision>
  <dcterms:created xsi:type="dcterms:W3CDTF">2024-08-22T05:23:39Z</dcterms:created>
  <dcterms:modified xsi:type="dcterms:W3CDTF">2024-08-22T07:23:10Z</dcterms:modified>
</cp:coreProperties>
</file>